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467597-5BF1-43F2-8572-AA7ACED061B6}" v="3" dt="2026-01-12T17:50:12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ough, Jameson C." userId="52e7d11e-762b-4f6e-a2e2-9481f02913d7" providerId="ADAL" clId="{0153D07C-2C1C-4AF2-8F29-21CC1137B9F2}"/>
    <pc:docChg chg="undo custSel addSld modSld">
      <pc:chgData name="Dorough, Jameson C." userId="52e7d11e-762b-4f6e-a2e2-9481f02913d7" providerId="ADAL" clId="{0153D07C-2C1C-4AF2-8F29-21CC1137B9F2}" dt="2026-01-12T17:52:59.142" v="103" actId="1076"/>
      <pc:docMkLst>
        <pc:docMk/>
      </pc:docMkLst>
      <pc:sldChg chg="modSp mod">
        <pc:chgData name="Dorough, Jameson C." userId="52e7d11e-762b-4f6e-a2e2-9481f02913d7" providerId="ADAL" clId="{0153D07C-2C1C-4AF2-8F29-21CC1137B9F2}" dt="2026-01-12T17:36:29.815" v="72" actId="20577"/>
        <pc:sldMkLst>
          <pc:docMk/>
          <pc:sldMk cId="1622398433" sldId="256"/>
        </pc:sldMkLst>
        <pc:spChg chg="mod">
          <ac:chgData name="Dorough, Jameson C." userId="52e7d11e-762b-4f6e-a2e2-9481f02913d7" providerId="ADAL" clId="{0153D07C-2C1C-4AF2-8F29-21CC1137B9F2}" dt="2026-01-12T17:35:41.338" v="1" actId="20577"/>
          <ac:spMkLst>
            <pc:docMk/>
            <pc:sldMk cId="1622398433" sldId="256"/>
            <ac:spMk id="2" creationId="{F12295B3-F8CC-F02B-9AA1-29BAFD094AAB}"/>
          </ac:spMkLst>
        </pc:spChg>
        <pc:spChg chg="mod">
          <ac:chgData name="Dorough, Jameson C." userId="52e7d11e-762b-4f6e-a2e2-9481f02913d7" providerId="ADAL" clId="{0153D07C-2C1C-4AF2-8F29-21CC1137B9F2}" dt="2026-01-12T17:36:29.815" v="72" actId="20577"/>
          <ac:spMkLst>
            <pc:docMk/>
            <pc:sldMk cId="1622398433" sldId="256"/>
            <ac:spMk id="3" creationId="{C893D3B8-75DB-4D71-1C64-4A8F0BD729B7}"/>
          </ac:spMkLst>
        </pc:spChg>
      </pc:sldChg>
      <pc:sldChg chg="addSp delSp modSp new mod modClrScheme chgLayout">
        <pc:chgData name="Dorough, Jameson C." userId="52e7d11e-762b-4f6e-a2e2-9481f02913d7" providerId="ADAL" clId="{0153D07C-2C1C-4AF2-8F29-21CC1137B9F2}" dt="2026-01-12T17:51:58.101" v="98" actId="14100"/>
        <pc:sldMkLst>
          <pc:docMk/>
          <pc:sldMk cId="3963252482" sldId="257"/>
        </pc:sldMkLst>
        <pc:spChg chg="del mod">
          <ac:chgData name="Dorough, Jameson C." userId="52e7d11e-762b-4f6e-a2e2-9481f02913d7" providerId="ADAL" clId="{0153D07C-2C1C-4AF2-8F29-21CC1137B9F2}" dt="2026-01-12T17:42:06.990" v="77" actId="478"/>
          <ac:spMkLst>
            <pc:docMk/>
            <pc:sldMk cId="3963252482" sldId="257"/>
            <ac:spMk id="2" creationId="{1CA4A4D6-268C-91DF-21B4-C285EAD3C9FD}"/>
          </ac:spMkLst>
        </pc:spChg>
        <pc:spChg chg="del">
          <ac:chgData name="Dorough, Jameson C." userId="52e7d11e-762b-4f6e-a2e2-9481f02913d7" providerId="ADAL" clId="{0153D07C-2C1C-4AF2-8F29-21CC1137B9F2}" dt="2026-01-12T17:41:49.048" v="74" actId="22"/>
          <ac:spMkLst>
            <pc:docMk/>
            <pc:sldMk cId="3963252482" sldId="257"/>
            <ac:spMk id="3" creationId="{452DE332-7592-ABD2-09EA-929E64750FE2}"/>
          </ac:spMkLst>
        </pc:spChg>
        <pc:picChg chg="add mod ord">
          <ac:chgData name="Dorough, Jameson C." userId="52e7d11e-762b-4f6e-a2e2-9481f02913d7" providerId="ADAL" clId="{0153D07C-2C1C-4AF2-8F29-21CC1137B9F2}" dt="2026-01-12T17:51:58.101" v="98" actId="14100"/>
          <ac:picMkLst>
            <pc:docMk/>
            <pc:sldMk cId="3963252482" sldId="257"/>
            <ac:picMk id="5" creationId="{79C95E45-4A33-A06A-A66F-CFDA9A0AE59D}"/>
          </ac:picMkLst>
        </pc:picChg>
      </pc:sldChg>
      <pc:sldChg chg="addSp modSp new mod">
        <pc:chgData name="Dorough, Jameson C." userId="52e7d11e-762b-4f6e-a2e2-9481f02913d7" providerId="ADAL" clId="{0153D07C-2C1C-4AF2-8F29-21CC1137B9F2}" dt="2026-01-12T17:50:28.344" v="94" actId="1076"/>
        <pc:sldMkLst>
          <pc:docMk/>
          <pc:sldMk cId="21914025" sldId="258"/>
        </pc:sldMkLst>
        <pc:picChg chg="add mod">
          <ac:chgData name="Dorough, Jameson C." userId="52e7d11e-762b-4f6e-a2e2-9481f02913d7" providerId="ADAL" clId="{0153D07C-2C1C-4AF2-8F29-21CC1137B9F2}" dt="2026-01-12T17:50:28.344" v="94" actId="1076"/>
          <ac:picMkLst>
            <pc:docMk/>
            <pc:sldMk cId="21914025" sldId="258"/>
            <ac:picMk id="3" creationId="{48A78C04-488B-48A8-DAA2-8EC9102DF645}"/>
          </ac:picMkLst>
        </pc:picChg>
      </pc:sldChg>
      <pc:sldChg chg="addSp modSp new mod">
        <pc:chgData name="Dorough, Jameson C." userId="52e7d11e-762b-4f6e-a2e2-9481f02913d7" providerId="ADAL" clId="{0153D07C-2C1C-4AF2-8F29-21CC1137B9F2}" dt="2026-01-12T17:52:59.142" v="103" actId="1076"/>
        <pc:sldMkLst>
          <pc:docMk/>
          <pc:sldMk cId="975903236" sldId="259"/>
        </pc:sldMkLst>
        <pc:picChg chg="add mod">
          <ac:chgData name="Dorough, Jameson C." userId="52e7d11e-762b-4f6e-a2e2-9481f02913d7" providerId="ADAL" clId="{0153D07C-2C1C-4AF2-8F29-21CC1137B9F2}" dt="2026-01-12T17:52:59.142" v="103" actId="1076"/>
          <ac:picMkLst>
            <pc:docMk/>
            <pc:sldMk cId="975903236" sldId="259"/>
            <ac:picMk id="3" creationId="{35A084AD-2CB5-36D6-2274-69FAF5B4838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F2E5-56F8-4EB3-A857-BE80447C8FD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5208-7160-474B-8312-9806E5F0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4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F2E5-56F8-4EB3-A857-BE80447C8FD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5208-7160-474B-8312-9806E5F0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8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F2E5-56F8-4EB3-A857-BE80447C8FD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5208-7160-474B-8312-9806E5F0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7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F2E5-56F8-4EB3-A857-BE80447C8FD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5208-7160-474B-8312-9806E5F0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8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F2E5-56F8-4EB3-A857-BE80447C8FD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5208-7160-474B-8312-9806E5F0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3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F2E5-56F8-4EB3-A857-BE80447C8FD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5208-7160-474B-8312-9806E5F0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57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F2E5-56F8-4EB3-A857-BE80447C8FD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5208-7160-474B-8312-9806E5F0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93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F2E5-56F8-4EB3-A857-BE80447C8FD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5208-7160-474B-8312-9806E5F0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6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F2E5-56F8-4EB3-A857-BE80447C8FD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5208-7160-474B-8312-9806E5F0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70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F2E5-56F8-4EB3-A857-BE80447C8FD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5208-7160-474B-8312-9806E5F0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3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F2E5-56F8-4EB3-A857-BE80447C8FD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5208-7160-474B-8312-9806E5F0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1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CF2E5-56F8-4EB3-A857-BE80447C8FD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95208-7160-474B-8312-9806E5F0E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7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295B3-F8CC-F02B-9AA1-29BAFD094A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 dirty="0"/>
              <a:t>GPA1-B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3D3B8-75DB-4D71-1C64-4A8F0BD729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Jameson Dorough</a:t>
            </a:r>
          </a:p>
          <a:p>
            <a:r>
              <a:rPr lang="en-US" dirty="0"/>
              <a:t>January 12,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398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C95E45-4A33-A06A-A66F-CFDA9A0AE59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2270960"/>
            <a:ext cx="9083040" cy="575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5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A78C04-488B-48A8-DAA2-8EC9102DF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6735"/>
            <a:ext cx="6858000" cy="987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A084AD-2CB5-36D6-2274-69FAF5B48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3058"/>
            <a:ext cx="6858000" cy="942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03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7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GPA1-B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Dorough, Jameson C.</dc:creator>
  <cp:lastModifiedBy>Dorough, Jameson C.</cp:lastModifiedBy>
  <cp:revision>1</cp:revision>
  <dcterms:created xsi:type="dcterms:W3CDTF">2026-01-12T17:34:28Z</dcterms:created>
  <dcterms:modified xsi:type="dcterms:W3CDTF">2026-01-12T17:53:01Z</dcterms:modified>
</cp:coreProperties>
</file>